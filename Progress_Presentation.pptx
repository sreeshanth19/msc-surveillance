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stating the title and that this is the Week S2 progress meeting. Make the one-line framing: the topic is fixed and dated, so the value is in improving and rigorously evaluating the baseline. Point at the prototype image: 'this already runs.'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aim is the system; the research question is what lifts it above a 2021 re-run. Stress 'generalise to diverse populations' and 'measurably improve' — everything in the project becomes evidence for or against this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upfront: this is two public repos stitched together and is my reference, fully cited. Walk left-to-right through the pipeline. Flag the orange box now so the next slide lands.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pivot. Don't apologise for the baseline's flaws — they are the project. Name each one quickly; the dark card reframes the whole list as opportunity.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this as 'for every weakness, here's my fix.' The headline contributions are the perspective-corrected distance and the bias-aware evaluation. Reassure the assessor the title is unchanged.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your proof you've moved past planning. Mention you ran it yourself on a Mac. The image is your own output, not the baseline's.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honesty: the 96% is flattering because it's the model's own data. That candour signals maturity. The plan slide shows you know what a real evaluation looks like.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bias to your evaluation results, and point out the privacy blurring is actually built. This is where your project is unusually strong — lean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Acknowledge the timeline is tight and you're slightly behind the plan — normal, and the meeting is formative. Showing you've named the risks and have mitigations is what reassures the assessor.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inviting feedback and asking your two questions directly. The assessor's answer on what a strong mark looks like is the most valuable thing you can leave with.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PROGRESS MEETING  ·  WEEK S2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 Based Real-Time Face Mask Detection and Social Distance Analysis in Surveillance Environments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32461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EC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and rigorously evaluating a COVID-era surveillance pipeline.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397764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Sreeshanth Sivanantham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Advanced Computer Science (Artificial Intelligence)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Sebastian Ordyniak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F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COMP5200M · University of Leeds · 30 June 2026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50992" y="1417320"/>
            <a:ext cx="3054096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/home/claude/msc_surveillance/output/demo_fra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517904"/>
            <a:ext cx="2834640" cy="15910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50992" y="3310128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EC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prototype output (this project)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02920" cy="502920"/>
          </a:xfrm>
          <a:prstGeom prst="ellipse">
            <a:avLst/>
          </a:prstGeom>
          <a:solidFill>
            <a:srgbClr val="1C6A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114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Aim &amp; Research Question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3931920" cy="3337560"/>
          </a:xfrm>
          <a:prstGeom prst="roundRect">
            <a:avLst>
              <a:gd name="adj" fmla="val 2192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463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828800"/>
            <a:ext cx="33832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implement, and evaluate a real-time system that detects face-mask non-compliance and social-distancing violations from surveillance video, to support safer public environments.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3931920" cy="3337560"/>
          </a:xfrm>
          <a:prstGeom prst="roundRect">
            <a:avLst>
              <a:gd name="adj" fmla="val 2192"/>
            </a:avLst>
          </a:prstGeom>
          <a:solidFill>
            <a:srgbClr val="0F2A4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463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1828800"/>
            <a:ext cx="33832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well do COVID-era mask and distancing pipelines generalise to demographically diverse, real-world surveillance — and can perspective-corrected distancing and bias-aware data measurably improve their reliability?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02920" cy="502920"/>
          </a:xfrm>
          <a:prstGeom prst="ellipse">
            <a:avLst/>
          </a:prstGeom>
          <a:solidFill>
            <a:srgbClr val="1C6A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114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Starting Baseline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open-source MIT projects, combined — my cited reference point, not my contribution.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1C6A8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103120"/>
            <a:ext cx="1417320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feed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947672" y="2103120"/>
            <a:ext cx="365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295144" y="210312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1C6A8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295144" y="2103120"/>
            <a:ext cx="1417320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detection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(YOLOv3)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694176" y="2103120"/>
            <a:ext cx="365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041648" y="210312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1C6A8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041648" y="2103120"/>
            <a:ext cx="1417320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+ mask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(MobileNetV2)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40680" y="2103120"/>
            <a:ext cx="365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788152" y="210312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E76F5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788152" y="2103120"/>
            <a:ext cx="1417320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(pixel threshold)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187184" y="2103120"/>
            <a:ext cx="365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7534656" y="210312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1C6A8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534656" y="2103120"/>
            <a:ext cx="1417320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/ overlay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3429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orange stage (pixel-threshold distance) is the baseline's weakest point — see next slide.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343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chandrikadeb7/Face-Mask-Detection · saimj7/Social-Distancing-Detection-in-Real-Time (both MIT, cited).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02920" cy="502920"/>
          </a:xfrm>
          <a:prstGeom prst="ellipse">
            <a:avLst/>
          </a:prstGeom>
          <a:solidFill>
            <a:srgbClr val="1C6A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114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Baseline Falls Short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2615184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435608"/>
            <a:ext cx="384048" cy="384048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35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25296" y="1435608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YOLOv3 detector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1911096"/>
            <a:ext cx="22494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 — slower and less accurate than current detectors.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46704" y="1234440"/>
            <a:ext cx="2615184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29584" y="1435608"/>
            <a:ext cx="384048" cy="384048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2" name="Text 10"/>
          <p:cNvSpPr/>
          <p:nvPr/>
        </p:nvSpPr>
        <p:spPr>
          <a:xfrm>
            <a:off x="3529584" y="1435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23360" y="1435608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Pixel-threshold distance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29584" y="1911096"/>
            <a:ext cx="22494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camera calibration; wrong across perspective.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44768" y="1234440"/>
            <a:ext cx="2615184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27648" y="1435608"/>
            <a:ext cx="384048" cy="384048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7" name="Text 15"/>
          <p:cNvSpPr/>
          <p:nvPr/>
        </p:nvSpPr>
        <p:spPr>
          <a:xfrm>
            <a:off x="6327648" y="1435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21424" y="1435608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 tracking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27648" y="1911096"/>
            <a:ext cx="22494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Per-frame only; cannot follow a person over time.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2880360"/>
            <a:ext cx="2615184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3081528"/>
            <a:ext cx="384048" cy="384048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081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25296" y="3081528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narrow dataset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" y="3557016"/>
            <a:ext cx="22494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East-Asian faces; untested on others.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346704" y="2880360"/>
            <a:ext cx="2615184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529584" y="3081528"/>
            <a:ext cx="384048" cy="384048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27" name="Text 25"/>
          <p:cNvSpPr/>
          <p:nvPr/>
        </p:nvSpPr>
        <p:spPr>
          <a:xfrm>
            <a:off x="3529584" y="3081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023360" y="3081528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not built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529584" y="3557016"/>
            <a:ext cx="22494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Discussed in the report, never implemented.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144768" y="2880360"/>
            <a:ext cx="2615184" cy="1481328"/>
          </a:xfrm>
          <a:prstGeom prst="roundRect">
            <a:avLst>
              <a:gd name="adj" fmla="val 4938"/>
            </a:avLst>
          </a:prstGeom>
          <a:solidFill>
            <a:srgbClr val="0F2A4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345936" y="2880360"/>
            <a:ext cx="221284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gap is a concrete opportunity for an MSc-level contribution.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02920" cy="502920"/>
          </a:xfrm>
          <a:prstGeom prst="ellipse">
            <a:avLst/>
          </a:prstGeom>
          <a:solidFill>
            <a:srgbClr val="1C6A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114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Contributions</a:t>
            </a:r>
            <a:endParaRPr lang="en-US" sz="2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9377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weakness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6A8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 contribution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6A8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Outdated YOLOv3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Modern tracked detector (YOLOv8/11 + ByteTrack)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Pixel-threshold distance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Perspective-corrected metric distance (homography → metres)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tracking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Per-person tracking with violation history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Narrow, biased dataset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Bias-aware cross-dataset evaluation (BAFMD)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 not implemented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 anonymisation built + honest, rigorous evaluation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fixed topic and title — the contribution is depth, method, and rigour, not the subject.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02920" cy="502920"/>
          </a:xfrm>
          <a:prstGeom prst="ellipse">
            <a:avLst/>
          </a:prstGeom>
          <a:solidFill>
            <a:srgbClr val="1C6A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114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So Far: Working Prototype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Re-implemented as a clean, modular, original pipeline — runs end-to-end.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detection + multi-object tracking integrated.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Perspective-corrected distance module built and unit-tested.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face-blurring implemented.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CPU today; real-time on GPU.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1325880"/>
            <a:ext cx="4023360" cy="2487168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/home/claude/msc_surveillance/output/demo_fra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1728" y="1435608"/>
            <a:ext cx="3803904" cy="21396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0" y="38862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output on test footage — tracked people, close-contact violations flagged in red.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02920" cy="502920"/>
          </a:xfrm>
          <a:prstGeom prst="ellipse">
            <a:avLst/>
          </a:prstGeom>
          <a:solidFill>
            <a:srgbClr val="1C6A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114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Evaluation: Early Result &amp; Plan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2606040" cy="26974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/home/claude/msc_surveillance/output/mask_eval_confusion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63040"/>
            <a:ext cx="2286000" cy="2286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404164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classifier, held-out test (613 images).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291840" y="15544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96%*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3291840" y="23957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in-dataset accuracy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291840" y="27432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*optimistic — tested on the model's own training data. Honest cross-dataset numbers are the real target.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669280" y="1325880"/>
            <a:ext cx="2926080" cy="3108960"/>
          </a:xfrm>
          <a:prstGeom prst="roundRect">
            <a:avLst>
              <a:gd name="adj" fmla="val 2500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870448" y="14813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plan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870448" y="1874520"/>
            <a:ext cx="254203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vs perspective distance — controlled before/after.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BAFMD cross-dataset generalisation gap.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 measured on stated GPU hardware.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analysis: lighting, crowd density, occlusion.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02920" cy="502920"/>
          </a:xfrm>
          <a:prstGeom prst="ellipse">
            <a:avLst/>
          </a:prstGeom>
          <a:solidFill>
            <a:srgbClr val="1C6A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114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 Use &amp; Ethics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55448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35024" y="153619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Bias, quantified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35024" y="1956816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performance gaps across demographics (BAFMD) and report them openly.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64608" y="155448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2" name="Text 10"/>
          <p:cNvSpPr/>
          <p:nvPr/>
        </p:nvSpPr>
        <p:spPr>
          <a:xfrm>
            <a:off x="486460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49824" y="153619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49824" y="1956816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anonymisation implemented; minimise retained personal data.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907792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49808" y="3182112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3182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35024" y="316382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 the loop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35024" y="358444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support tool for operators — not automated enforcement.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2907792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64608" y="3182112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2" name="Text 20"/>
          <p:cNvSpPr/>
          <p:nvPr/>
        </p:nvSpPr>
        <p:spPr>
          <a:xfrm>
            <a:off x="4864608" y="3182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49824" y="316382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449824" y="358444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stated plainly; no overclaiming of accuracy.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4343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is integrated into the results, not a tacked-on chapter — and it is weighted at Leeds.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02920" cy="502920"/>
          </a:xfrm>
          <a:prstGeom prst="ellipse">
            <a:avLst/>
          </a:prstGeom>
          <a:solidFill>
            <a:srgbClr val="1C6A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114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to Submission (31 Aug) &amp; Risks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566928" cy="566928"/>
          </a:xfrm>
          <a:prstGeom prst="ellipse">
            <a:avLst/>
          </a:prstGeom>
          <a:solidFill>
            <a:srgbClr val="1C6A8F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1325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32588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design after this meeting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4248"/>
            <a:ext cx="566928" cy="566928"/>
          </a:xfrm>
          <a:prstGeom prst="ellipse">
            <a:avLst/>
          </a:prstGeom>
          <a:solidFill>
            <a:srgbClr val="1C6A8F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" y="1984248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S4–S5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80160" y="198424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validation; draft Chapter 4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642616"/>
            <a:ext cx="566928" cy="566928"/>
          </a:xfrm>
          <a:prstGeom prst="ellipse">
            <a:avLst/>
          </a:prstGeom>
          <a:solidFill>
            <a:srgbClr val="1C6A8F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" y="2642616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264261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Finalise Chapter 4; write Chapter 5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300984"/>
            <a:ext cx="566928" cy="566928"/>
          </a:xfrm>
          <a:prstGeom prst="ellipse">
            <a:avLst/>
          </a:prstGeom>
          <a:solidFill>
            <a:srgbClr val="1C6A8F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" y="3300984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330098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Conclusions; finalise dissertation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959352"/>
            <a:ext cx="566928" cy="566928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3959352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Aug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280160" y="395935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937760" y="1325880"/>
            <a:ext cx="365760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138928" y="14813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 &amp; mitigations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38928" y="1874520"/>
            <a:ext cx="3273552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approval delay / dead Twitter links — request already sent; diverse fallback ready.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access for real-time — measure FPS on Leeds machines; CPU fallback works.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accuracy — use a known-size reference; report distance as approximate.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640080"/>
            <a:ext cx="2194560" cy="2194560"/>
          </a:xfrm>
          <a:prstGeom prst="ellipse">
            <a:avLst/>
          </a:prstGeom>
          <a:solidFill>
            <a:srgbClr val="1C6A8F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3840480"/>
            <a:ext cx="2011680" cy="2011680"/>
          </a:xfrm>
          <a:prstGeom prst="ellipse">
            <a:avLst/>
          </a:prstGeom>
          <a:solidFill>
            <a:srgbClr val="2A9D8F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58368" y="1874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questions for you: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228600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scope and contribution pitched right for an MSc distinction?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a strong mark look like for this project?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5262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Sreeshanth Sivanantham · COMP5200M · University of Leeds · 30 June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MSc Progress Meeting</dc:title>
  <dc:subject>PptxGenJS Presentation</dc:subject>
  <dc:creator>Sreeshanth Sivanantham</dc:creator>
  <cp:lastModifiedBy>Sreeshanth Sivanantham</cp:lastModifiedBy>
  <cp:revision>1</cp:revision>
  <dcterms:created xsi:type="dcterms:W3CDTF">2026-06-30T06:04:58Z</dcterms:created>
  <dcterms:modified xsi:type="dcterms:W3CDTF">2026-06-30T06:04:58Z</dcterms:modified>
</cp:coreProperties>
</file>